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1" r:id="rId2"/>
    <p:sldId id="256" r:id="rId3"/>
    <p:sldId id="257" r:id="rId4"/>
    <p:sldId id="258" r:id="rId5"/>
    <p:sldId id="259" r:id="rId6"/>
    <p:sldId id="260" r:id="rId7"/>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D1D1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1B9BF1-FFC5-69A4-799E-FC777D89DE52}" v="311" dt="2025-11-15T09:18:01.70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orya Prakash R" userId="S::2023503502@student.annauniv.edu::55c98e2a-6287-483e-9de6-d3947cbe85ed" providerId="AD" clId="Web-{221B9BF1-FFC5-69A4-799E-FC777D89DE52}"/>
    <pc:docChg chg="addSld delSld modSld sldOrd modMainMaster">
      <pc:chgData name="Soorya Prakash R" userId="S::2023503502@student.annauniv.edu::55c98e2a-6287-483e-9de6-d3947cbe85ed" providerId="AD" clId="Web-{221B9BF1-FFC5-69A4-799E-FC777D89DE52}" dt="2025-11-15T09:18:01.707" v="243"/>
      <pc:docMkLst>
        <pc:docMk/>
      </pc:docMkLst>
      <pc:sldChg chg="addSp delSp modSp mod setBg">
        <pc:chgData name="Soorya Prakash R" userId="S::2023503502@student.annauniv.edu::55c98e2a-6287-483e-9de6-d3947cbe85ed" providerId="AD" clId="Web-{221B9BF1-FFC5-69A4-799E-FC777D89DE52}" dt="2025-11-15T09:18:01.707" v="243"/>
        <pc:sldMkLst>
          <pc:docMk/>
          <pc:sldMk cId="109857222" sldId="256"/>
        </pc:sldMkLst>
        <pc:spChg chg="del">
          <ac:chgData name="Soorya Prakash R" userId="S::2023503502@student.annauniv.edu::55c98e2a-6287-483e-9de6-d3947cbe85ed" providerId="AD" clId="Web-{221B9BF1-FFC5-69A4-799E-FC777D89DE52}" dt="2025-11-15T08:50:18.826" v="4"/>
          <ac:spMkLst>
            <pc:docMk/>
            <pc:sldMk cId="109857222" sldId="256"/>
            <ac:spMk id="2" creationId="{00000000-0000-0000-0000-000000000000}"/>
          </ac:spMkLst>
        </pc:spChg>
        <pc:spChg chg="del">
          <ac:chgData name="Soorya Prakash R" userId="S::2023503502@student.annauniv.edu::55c98e2a-6287-483e-9de6-d3947cbe85ed" providerId="AD" clId="Web-{221B9BF1-FFC5-69A4-799E-FC777D89DE52}" dt="2025-11-15T08:50:21.248" v="5"/>
          <ac:spMkLst>
            <pc:docMk/>
            <pc:sldMk cId="109857222" sldId="256"/>
            <ac:spMk id="3" creationId="{00000000-0000-0000-0000-000000000000}"/>
          </ac:spMkLst>
        </pc:spChg>
        <pc:spChg chg="add del">
          <ac:chgData name="Soorya Prakash R" userId="S::2023503502@student.annauniv.edu::55c98e2a-6287-483e-9de6-d3947cbe85ed" providerId="AD" clId="Web-{221B9BF1-FFC5-69A4-799E-FC777D89DE52}" dt="2025-11-15T08:57:18.219" v="38"/>
          <ac:spMkLst>
            <pc:docMk/>
            <pc:sldMk cId="109857222" sldId="256"/>
            <ac:spMk id="5" creationId="{C30842D5-1D6E-0FBD-04D0-7138DBFBC488}"/>
          </ac:spMkLst>
        </pc:spChg>
        <pc:spChg chg="add mod">
          <ac:chgData name="Soorya Prakash R" userId="S::2023503502@student.annauniv.edu::55c98e2a-6287-483e-9de6-d3947cbe85ed" providerId="AD" clId="Web-{221B9BF1-FFC5-69A4-799E-FC777D89DE52}" dt="2025-11-15T09:03:07.827" v="102" actId="20577"/>
          <ac:spMkLst>
            <pc:docMk/>
            <pc:sldMk cId="109857222" sldId="256"/>
            <ac:spMk id="6" creationId="{7A7E6808-3171-09E8-9B12-E23AB06968B8}"/>
          </ac:spMkLst>
        </pc:spChg>
        <pc:spChg chg="add del">
          <ac:chgData name="Soorya Prakash R" userId="S::2023503502@student.annauniv.edu::55c98e2a-6287-483e-9de6-d3947cbe85ed" providerId="AD" clId="Web-{221B9BF1-FFC5-69A4-799E-FC777D89DE52}" dt="2025-11-15T08:52:54.905" v="32"/>
          <ac:spMkLst>
            <pc:docMk/>
            <pc:sldMk cId="109857222" sldId="256"/>
            <ac:spMk id="9" creationId="{42A4FC2C-047E-45A5-965D-8E1E3BF09BC6}"/>
          </ac:spMkLst>
        </pc:spChg>
        <pc:picChg chg="add mod">
          <ac:chgData name="Soorya Prakash R" userId="S::2023503502@student.annauniv.edu::55c98e2a-6287-483e-9de6-d3947cbe85ed" providerId="AD" clId="Web-{221B9BF1-FFC5-69A4-799E-FC777D89DE52}" dt="2025-11-15T08:58:07.907" v="54" actId="1076"/>
          <ac:picMkLst>
            <pc:docMk/>
            <pc:sldMk cId="109857222" sldId="256"/>
            <ac:picMk id="4" creationId="{CF0138D0-C934-0AE8-C403-1A729BA5E58D}"/>
          </ac:picMkLst>
        </pc:picChg>
      </pc:sldChg>
      <pc:sldChg chg="addSp delSp modSp new mod">
        <pc:chgData name="Soorya Prakash R" userId="S::2023503502@student.annauniv.edu::55c98e2a-6287-483e-9de6-d3947cbe85ed" providerId="AD" clId="Web-{221B9BF1-FFC5-69A4-799E-FC777D89DE52}" dt="2025-11-15T09:18:01.707" v="243"/>
        <pc:sldMkLst>
          <pc:docMk/>
          <pc:sldMk cId="1240459468" sldId="257"/>
        </pc:sldMkLst>
        <pc:spChg chg="del">
          <ac:chgData name="Soorya Prakash R" userId="S::2023503502@student.annauniv.edu::55c98e2a-6287-483e-9de6-d3947cbe85ed" providerId="AD" clId="Web-{221B9BF1-FFC5-69A4-799E-FC777D89DE52}" dt="2025-11-15T08:50:37.420" v="10"/>
          <ac:spMkLst>
            <pc:docMk/>
            <pc:sldMk cId="1240459468" sldId="257"/>
            <ac:spMk id="2" creationId="{986A369D-8D6E-A5C0-5232-81887FC776FF}"/>
          </ac:spMkLst>
        </pc:spChg>
        <pc:spChg chg="del">
          <ac:chgData name="Soorya Prakash R" userId="S::2023503502@student.annauniv.edu::55c98e2a-6287-483e-9de6-d3947cbe85ed" providerId="AD" clId="Web-{221B9BF1-FFC5-69A4-799E-FC777D89DE52}" dt="2025-11-15T08:50:33.607" v="9"/>
          <ac:spMkLst>
            <pc:docMk/>
            <pc:sldMk cId="1240459468" sldId="257"/>
            <ac:spMk id="3" creationId="{94801CB5-97D0-D623-0916-AE6475336931}"/>
          </ac:spMkLst>
        </pc:spChg>
        <pc:spChg chg="add del">
          <ac:chgData name="Soorya Prakash R" userId="S::2023503502@student.annauniv.edu::55c98e2a-6287-483e-9de6-d3947cbe85ed" providerId="AD" clId="Web-{221B9BF1-FFC5-69A4-799E-FC777D89DE52}" dt="2025-11-15T08:59:49.220" v="81"/>
          <ac:spMkLst>
            <pc:docMk/>
            <pc:sldMk cId="1240459468" sldId="257"/>
            <ac:spMk id="5" creationId="{C20EC2F8-8AB2-E03E-1BDF-BB8D0706DC5E}"/>
          </ac:spMkLst>
        </pc:spChg>
        <pc:spChg chg="add mod">
          <ac:chgData name="Soorya Prakash R" userId="S::2023503502@student.annauniv.edu::55c98e2a-6287-483e-9de6-d3947cbe85ed" providerId="AD" clId="Web-{221B9BF1-FFC5-69A4-799E-FC777D89DE52}" dt="2025-11-15T09:03:33.234" v="108" actId="1076"/>
          <ac:spMkLst>
            <pc:docMk/>
            <pc:sldMk cId="1240459468" sldId="257"/>
            <ac:spMk id="6" creationId="{E6DBEAE2-72EB-EBA3-7EA9-106CEB666FE6}"/>
          </ac:spMkLst>
        </pc:spChg>
        <pc:picChg chg="add mod ord">
          <ac:chgData name="Soorya Prakash R" userId="S::2023503502@student.annauniv.edu::55c98e2a-6287-483e-9de6-d3947cbe85ed" providerId="AD" clId="Web-{221B9BF1-FFC5-69A4-799E-FC777D89DE52}" dt="2025-11-15T08:59:37.236" v="79" actId="1076"/>
          <ac:picMkLst>
            <pc:docMk/>
            <pc:sldMk cId="1240459468" sldId="257"/>
            <ac:picMk id="4" creationId="{7A2ED955-4657-019B-A9B2-AD78F1733FDA}"/>
          </ac:picMkLst>
        </pc:picChg>
      </pc:sldChg>
      <pc:sldChg chg="new del">
        <pc:chgData name="Soorya Prakash R" userId="S::2023503502@student.annauniv.edu::55c98e2a-6287-483e-9de6-d3947cbe85ed" providerId="AD" clId="Web-{221B9BF1-FFC5-69A4-799E-FC777D89DE52}" dt="2025-11-15T08:50:24.670" v="6"/>
        <pc:sldMkLst>
          <pc:docMk/>
          <pc:sldMk cId="3904260679" sldId="257"/>
        </pc:sldMkLst>
      </pc:sldChg>
      <pc:sldChg chg="new del">
        <pc:chgData name="Soorya Prakash R" userId="S::2023503502@student.annauniv.edu::55c98e2a-6287-483e-9de6-d3947cbe85ed" providerId="AD" clId="Web-{221B9BF1-FFC5-69A4-799E-FC777D89DE52}" dt="2025-11-15T08:50:25.920" v="7"/>
        <pc:sldMkLst>
          <pc:docMk/>
          <pc:sldMk cId="3587551260" sldId="258"/>
        </pc:sldMkLst>
      </pc:sldChg>
      <pc:sldChg chg="addSp delSp modSp new mod">
        <pc:chgData name="Soorya Prakash R" userId="S::2023503502@student.annauniv.edu::55c98e2a-6287-483e-9de6-d3947cbe85ed" providerId="AD" clId="Web-{221B9BF1-FFC5-69A4-799E-FC777D89DE52}" dt="2025-11-15T09:18:01.707" v="243"/>
        <pc:sldMkLst>
          <pc:docMk/>
          <pc:sldMk cId="3812406897" sldId="258"/>
        </pc:sldMkLst>
        <pc:spChg chg="del">
          <ac:chgData name="Soorya Prakash R" userId="S::2023503502@student.annauniv.edu::55c98e2a-6287-483e-9de6-d3947cbe85ed" providerId="AD" clId="Web-{221B9BF1-FFC5-69A4-799E-FC777D89DE52}" dt="2025-11-15T08:51:40.858" v="14"/>
          <ac:spMkLst>
            <pc:docMk/>
            <pc:sldMk cId="3812406897" sldId="258"/>
            <ac:spMk id="2" creationId="{67B68F99-FE1C-6E5A-9957-2F7A99BFCC6D}"/>
          </ac:spMkLst>
        </pc:spChg>
        <pc:spChg chg="del">
          <ac:chgData name="Soorya Prakash R" userId="S::2023503502@student.annauniv.edu::55c98e2a-6287-483e-9de6-d3947cbe85ed" providerId="AD" clId="Web-{221B9BF1-FFC5-69A4-799E-FC777D89DE52}" dt="2025-11-15T08:51:45.577" v="15"/>
          <ac:spMkLst>
            <pc:docMk/>
            <pc:sldMk cId="3812406897" sldId="258"/>
            <ac:spMk id="3" creationId="{DBFE24E3-CA3F-57D8-1C86-857775CC514D}"/>
          </ac:spMkLst>
        </pc:spChg>
        <pc:spChg chg="add del mod">
          <ac:chgData name="Soorya Prakash R" userId="S::2023503502@student.annauniv.edu::55c98e2a-6287-483e-9de6-d3947cbe85ed" providerId="AD" clId="Web-{221B9BF1-FFC5-69A4-799E-FC777D89DE52}" dt="2025-11-15T09:04:59.517" v="125"/>
          <ac:spMkLst>
            <pc:docMk/>
            <pc:sldMk cId="3812406897" sldId="258"/>
            <ac:spMk id="5" creationId="{9BDB852F-C058-7404-0500-8E8D8FA517EF}"/>
          </ac:spMkLst>
        </pc:spChg>
        <pc:spChg chg="add mod">
          <ac:chgData name="Soorya Prakash R" userId="S::2023503502@student.annauniv.edu::55c98e2a-6287-483e-9de6-d3947cbe85ed" providerId="AD" clId="Web-{221B9BF1-FFC5-69A4-799E-FC777D89DE52}" dt="2025-11-15T09:10:55.684" v="190" actId="20577"/>
          <ac:spMkLst>
            <pc:docMk/>
            <pc:sldMk cId="3812406897" sldId="258"/>
            <ac:spMk id="6" creationId="{D46FCAEC-C4D1-E0E8-B9FA-FDAE49E8F49B}"/>
          </ac:spMkLst>
        </pc:spChg>
        <pc:picChg chg="add mod ord">
          <ac:chgData name="Soorya Prakash R" userId="S::2023503502@student.annauniv.edu::55c98e2a-6287-483e-9de6-d3947cbe85ed" providerId="AD" clId="Web-{221B9BF1-FFC5-69A4-799E-FC777D89DE52}" dt="2025-11-15T09:03:42.234" v="112" actId="1076"/>
          <ac:picMkLst>
            <pc:docMk/>
            <pc:sldMk cId="3812406897" sldId="258"/>
            <ac:picMk id="4" creationId="{1586C9E0-6556-2D6B-16F4-E2678516030A}"/>
          </ac:picMkLst>
        </pc:picChg>
      </pc:sldChg>
      <pc:sldChg chg="addSp delSp modSp new mod">
        <pc:chgData name="Soorya Prakash R" userId="S::2023503502@student.annauniv.edu::55c98e2a-6287-483e-9de6-d3947cbe85ed" providerId="AD" clId="Web-{221B9BF1-FFC5-69A4-799E-FC777D89DE52}" dt="2025-11-15T09:18:01.707" v="243"/>
        <pc:sldMkLst>
          <pc:docMk/>
          <pc:sldMk cId="2632851211" sldId="259"/>
        </pc:sldMkLst>
        <pc:spChg chg="del">
          <ac:chgData name="Soorya Prakash R" userId="S::2023503502@student.annauniv.edu::55c98e2a-6287-483e-9de6-d3947cbe85ed" providerId="AD" clId="Web-{221B9BF1-FFC5-69A4-799E-FC777D89DE52}" dt="2025-11-15T08:52:04.218" v="19"/>
          <ac:spMkLst>
            <pc:docMk/>
            <pc:sldMk cId="2632851211" sldId="259"/>
            <ac:spMk id="2" creationId="{B865175C-5C31-4209-2087-71ADA6082D99}"/>
          </ac:spMkLst>
        </pc:spChg>
        <pc:spChg chg="del">
          <ac:chgData name="Soorya Prakash R" userId="S::2023503502@student.annauniv.edu::55c98e2a-6287-483e-9de6-d3947cbe85ed" providerId="AD" clId="Web-{221B9BF1-FFC5-69A4-799E-FC777D89DE52}" dt="2025-11-15T08:51:50.139" v="16"/>
          <ac:spMkLst>
            <pc:docMk/>
            <pc:sldMk cId="2632851211" sldId="259"/>
            <ac:spMk id="3" creationId="{AE6928D9-9825-2EAA-7142-50B1FAB6C35D}"/>
          </ac:spMkLst>
        </pc:spChg>
        <pc:spChg chg="add mod">
          <ac:chgData name="Soorya Prakash R" userId="S::2023503502@student.annauniv.edu::55c98e2a-6287-483e-9de6-d3947cbe85ed" providerId="AD" clId="Web-{221B9BF1-FFC5-69A4-799E-FC777D89DE52}" dt="2025-11-15T09:05:42.705" v="140" actId="1076"/>
          <ac:spMkLst>
            <pc:docMk/>
            <pc:sldMk cId="2632851211" sldId="259"/>
            <ac:spMk id="5" creationId="{9BDB852F-C058-7404-0500-8E8D8FA517EF}"/>
          </ac:spMkLst>
        </pc:spChg>
        <pc:picChg chg="add mod ord">
          <ac:chgData name="Soorya Prakash R" userId="S::2023503502@student.annauniv.edu::55c98e2a-6287-483e-9de6-d3947cbe85ed" providerId="AD" clId="Web-{221B9BF1-FFC5-69A4-799E-FC777D89DE52}" dt="2025-11-15T09:05:37.533" v="139" actId="1076"/>
          <ac:picMkLst>
            <pc:docMk/>
            <pc:sldMk cId="2632851211" sldId="259"/>
            <ac:picMk id="4" creationId="{ED8976EF-C603-1E8E-E134-B7E2BC6C5633}"/>
          </ac:picMkLst>
        </pc:picChg>
      </pc:sldChg>
      <pc:sldChg chg="addSp delSp modSp new mod">
        <pc:chgData name="Soorya Prakash R" userId="S::2023503502@student.annauniv.edu::55c98e2a-6287-483e-9de6-d3947cbe85ed" providerId="AD" clId="Web-{221B9BF1-FFC5-69A4-799E-FC777D89DE52}" dt="2025-11-15T09:18:01.707" v="243"/>
        <pc:sldMkLst>
          <pc:docMk/>
          <pc:sldMk cId="3544596793" sldId="260"/>
        </pc:sldMkLst>
        <pc:spChg chg="del">
          <ac:chgData name="Soorya Prakash R" userId="S::2023503502@student.annauniv.edu::55c98e2a-6287-483e-9de6-d3947cbe85ed" providerId="AD" clId="Web-{221B9BF1-FFC5-69A4-799E-FC777D89DE52}" dt="2025-11-15T08:52:06.608" v="20"/>
          <ac:spMkLst>
            <pc:docMk/>
            <pc:sldMk cId="3544596793" sldId="260"/>
            <ac:spMk id="2" creationId="{26904214-7F94-2E35-091C-0371A3AEE18C}"/>
          </ac:spMkLst>
        </pc:spChg>
        <pc:spChg chg="del">
          <ac:chgData name="Soorya Prakash R" userId="S::2023503502@student.annauniv.edu::55c98e2a-6287-483e-9de6-d3947cbe85ed" providerId="AD" clId="Web-{221B9BF1-FFC5-69A4-799E-FC777D89DE52}" dt="2025-11-15T08:51:55.639" v="18"/>
          <ac:spMkLst>
            <pc:docMk/>
            <pc:sldMk cId="3544596793" sldId="260"/>
            <ac:spMk id="3" creationId="{E5E8BAF7-59DE-8CF5-07C3-AD51C1159D53}"/>
          </ac:spMkLst>
        </pc:spChg>
        <pc:spChg chg="add del">
          <ac:chgData name="Soorya Prakash R" userId="S::2023503502@student.annauniv.edu::55c98e2a-6287-483e-9de6-d3947cbe85ed" providerId="AD" clId="Web-{221B9BF1-FFC5-69A4-799E-FC777D89DE52}" dt="2025-11-15T09:07:40.613" v="144"/>
          <ac:spMkLst>
            <pc:docMk/>
            <pc:sldMk cId="3544596793" sldId="260"/>
            <ac:spMk id="5" creationId="{F317C687-45BB-DEE5-6153-359617FC9536}"/>
          </ac:spMkLst>
        </pc:spChg>
        <pc:spChg chg="add mod">
          <ac:chgData name="Soorya Prakash R" userId="S::2023503502@student.annauniv.edu::55c98e2a-6287-483e-9de6-d3947cbe85ed" providerId="AD" clId="Web-{221B9BF1-FFC5-69A4-799E-FC777D89DE52}" dt="2025-11-15T09:08:29.488" v="163" actId="1076"/>
          <ac:spMkLst>
            <pc:docMk/>
            <pc:sldMk cId="3544596793" sldId="260"/>
            <ac:spMk id="6" creationId="{53CF6C17-B733-2314-6308-1E187FA48FCE}"/>
          </ac:spMkLst>
        </pc:spChg>
        <pc:picChg chg="add mod ord">
          <ac:chgData name="Soorya Prakash R" userId="S::2023503502@student.annauniv.edu::55c98e2a-6287-483e-9de6-d3947cbe85ed" providerId="AD" clId="Web-{221B9BF1-FFC5-69A4-799E-FC777D89DE52}" dt="2025-11-15T09:08:05.785" v="153" actId="1076"/>
          <ac:picMkLst>
            <pc:docMk/>
            <pc:sldMk cId="3544596793" sldId="260"/>
            <ac:picMk id="4" creationId="{3FC06F48-9ADE-972A-C651-49507722111B}"/>
          </ac:picMkLst>
        </pc:picChg>
      </pc:sldChg>
      <pc:sldChg chg="addSp delSp modSp new mod ord setBg">
        <pc:chgData name="Soorya Prakash R" userId="S::2023503502@student.annauniv.edu::55c98e2a-6287-483e-9de6-d3947cbe85ed" providerId="AD" clId="Web-{221B9BF1-FFC5-69A4-799E-FC777D89DE52}" dt="2025-11-15T09:18:01.707" v="243"/>
        <pc:sldMkLst>
          <pc:docMk/>
          <pc:sldMk cId="3301606720" sldId="261"/>
        </pc:sldMkLst>
        <pc:spChg chg="mod">
          <ac:chgData name="Soorya Prakash R" userId="S::2023503502@student.annauniv.edu::55c98e2a-6287-483e-9de6-d3947cbe85ed" providerId="AD" clId="Web-{221B9BF1-FFC5-69A4-799E-FC777D89DE52}" dt="2025-11-15T09:17:57.878" v="242" actId="20577"/>
          <ac:spMkLst>
            <pc:docMk/>
            <pc:sldMk cId="3301606720" sldId="261"/>
            <ac:spMk id="2" creationId="{99FD8DF5-2009-67DC-A335-101371026E90}"/>
          </ac:spMkLst>
        </pc:spChg>
        <pc:spChg chg="mod">
          <ac:chgData name="Soorya Prakash R" userId="S::2023503502@student.annauniv.edu::55c98e2a-6287-483e-9de6-d3947cbe85ed" providerId="AD" clId="Web-{221B9BF1-FFC5-69A4-799E-FC777D89DE52}" dt="2025-11-15T09:17:54.566" v="240" actId="20577"/>
          <ac:spMkLst>
            <pc:docMk/>
            <pc:sldMk cId="3301606720" sldId="261"/>
            <ac:spMk id="3" creationId="{AD015770-4967-6440-4B69-C722D1235640}"/>
          </ac:spMkLst>
        </pc:spChg>
        <pc:spChg chg="add del">
          <ac:chgData name="Soorya Prakash R" userId="S::2023503502@student.annauniv.edu::55c98e2a-6287-483e-9de6-d3947cbe85ed" providerId="AD" clId="Web-{221B9BF1-FFC5-69A4-799E-FC777D89DE52}" dt="2025-11-15T09:16:23.748" v="222"/>
          <ac:spMkLst>
            <pc:docMk/>
            <pc:sldMk cId="3301606720" sldId="261"/>
            <ac:spMk id="9" creationId="{9F7D5CDA-D291-4307-BF55-1381FED29634}"/>
          </ac:spMkLst>
        </pc:spChg>
        <pc:spChg chg="add del">
          <ac:chgData name="Soorya Prakash R" userId="S::2023503502@student.annauniv.edu::55c98e2a-6287-483e-9de6-d3947cbe85ed" providerId="AD" clId="Web-{221B9BF1-FFC5-69A4-799E-FC777D89DE52}" dt="2025-11-15T09:16:26.170" v="224"/>
          <ac:spMkLst>
            <pc:docMk/>
            <pc:sldMk cId="3301606720" sldId="261"/>
            <ac:spMk id="11" creationId="{97B03642-7722-4B15-897F-76918F86B8FB}"/>
          </ac:spMkLst>
        </pc:spChg>
        <pc:spChg chg="add del">
          <ac:chgData name="Soorya Prakash R" userId="S::2023503502@student.annauniv.edu::55c98e2a-6287-483e-9de6-d3947cbe85ed" providerId="AD" clId="Web-{221B9BF1-FFC5-69A4-799E-FC777D89DE52}" dt="2025-11-15T09:16:26.170" v="224"/>
          <ac:spMkLst>
            <pc:docMk/>
            <pc:sldMk cId="3301606720" sldId="261"/>
            <ac:spMk id="12" creationId="{9D909724-2FAC-4941-A743-AB97A8A67D50}"/>
          </ac:spMkLst>
        </pc:spChg>
        <pc:spChg chg="add del">
          <ac:chgData name="Soorya Prakash R" userId="S::2023503502@student.annauniv.edu::55c98e2a-6287-483e-9de6-d3947cbe85ed" providerId="AD" clId="Web-{221B9BF1-FFC5-69A4-799E-FC777D89DE52}" dt="2025-11-15T09:16:26.170" v="224"/>
          <ac:spMkLst>
            <pc:docMk/>
            <pc:sldMk cId="3301606720" sldId="261"/>
            <ac:spMk id="13" creationId="{6068EAC2-2623-4156-A990-D776FF9BF493}"/>
          </ac:spMkLst>
        </pc:spChg>
        <pc:spChg chg="add del">
          <ac:chgData name="Soorya Prakash R" userId="S::2023503502@student.annauniv.edu::55c98e2a-6287-483e-9de6-d3947cbe85ed" providerId="AD" clId="Web-{221B9BF1-FFC5-69A4-799E-FC777D89DE52}" dt="2025-11-15T09:16:26.170" v="224"/>
          <ac:spMkLst>
            <pc:docMk/>
            <pc:sldMk cId="3301606720" sldId="261"/>
            <ac:spMk id="15" creationId="{4C707BC9-731A-490A-AF25-6F349FD9B02F}"/>
          </ac:spMkLst>
        </pc:spChg>
        <pc:spChg chg="add del">
          <ac:chgData name="Soorya Prakash R" userId="S::2023503502@student.annauniv.edu::55c98e2a-6287-483e-9de6-d3947cbe85ed" providerId="AD" clId="Web-{221B9BF1-FFC5-69A4-799E-FC777D89DE52}" dt="2025-11-15T09:16:26.170" v="224"/>
          <ac:spMkLst>
            <pc:docMk/>
            <pc:sldMk cId="3301606720" sldId="261"/>
            <ac:spMk id="17" creationId="{3FD7C480-AC7D-4FEE-BB95-EEE23BB3E693}"/>
          </ac:spMkLst>
        </pc:spChg>
        <pc:spChg chg="add del">
          <ac:chgData name="Soorya Prakash R" userId="S::2023503502@student.annauniv.edu::55c98e2a-6287-483e-9de6-d3947cbe85ed" providerId="AD" clId="Web-{221B9BF1-FFC5-69A4-799E-FC777D89DE52}" dt="2025-11-15T09:17:46.316" v="238"/>
          <ac:spMkLst>
            <pc:docMk/>
            <pc:sldMk cId="3301606720" sldId="261"/>
            <ac:spMk id="19" creationId="{9F7D5CDA-D291-4307-BF55-1381FED29634}"/>
          </ac:spMkLst>
        </pc:spChg>
        <pc:spChg chg="add">
          <ac:chgData name="Soorya Prakash R" userId="S::2023503502@student.annauniv.edu::55c98e2a-6287-483e-9de6-d3947cbe85ed" providerId="AD" clId="Web-{221B9BF1-FFC5-69A4-799E-FC777D89DE52}" dt="2025-11-15T09:17:46.316" v="238"/>
          <ac:spMkLst>
            <pc:docMk/>
            <pc:sldMk cId="3301606720" sldId="261"/>
            <ac:spMk id="24" creationId="{F13C74B1-5B17-4795-BED0-7140497B445A}"/>
          </ac:spMkLst>
        </pc:spChg>
        <pc:spChg chg="add">
          <ac:chgData name="Soorya Prakash R" userId="S::2023503502@student.annauniv.edu::55c98e2a-6287-483e-9de6-d3947cbe85ed" providerId="AD" clId="Web-{221B9BF1-FFC5-69A4-799E-FC777D89DE52}" dt="2025-11-15T09:17:46.316" v="238"/>
          <ac:spMkLst>
            <pc:docMk/>
            <pc:sldMk cId="3301606720" sldId="261"/>
            <ac:spMk id="26" creationId="{D4974D33-8DC5-464E-8C6D-BE58F0669C17}"/>
          </ac:spMkLst>
        </pc:spChg>
        <pc:picChg chg="add mod">
          <ac:chgData name="Soorya Prakash R" userId="S::2023503502@student.annauniv.edu::55c98e2a-6287-483e-9de6-d3947cbe85ed" providerId="AD" clId="Web-{221B9BF1-FFC5-69A4-799E-FC777D89DE52}" dt="2025-11-15T09:17:46.316" v="238"/>
          <ac:picMkLst>
            <pc:docMk/>
            <pc:sldMk cId="3301606720" sldId="261"/>
            <ac:picMk id="4" creationId="{2BFD71CD-8BF7-DFB4-1609-8CBD0BF9086A}"/>
          </ac:picMkLst>
        </pc:picChg>
      </pc:sldChg>
      <pc:sldMasterChg chg="mod setBg modSldLayout">
        <pc:chgData name="Soorya Prakash R" userId="S::2023503502@student.annauniv.edu::55c98e2a-6287-483e-9de6-d3947cbe85ed" providerId="AD" clId="Web-{221B9BF1-FFC5-69A4-799E-FC777D89DE52}" dt="2025-11-15T09:18:01.707" v="243"/>
        <pc:sldMasterMkLst>
          <pc:docMk/>
          <pc:sldMasterMk cId="2460954070" sldId="2147483660"/>
        </pc:sldMasterMkLst>
        <pc:sldLayoutChg chg="mod">
          <pc:chgData name="Soorya Prakash R" userId="S::2023503502@student.annauniv.edu::55c98e2a-6287-483e-9de6-d3947cbe85ed" providerId="AD" clId="Web-{221B9BF1-FFC5-69A4-799E-FC777D89DE52}" dt="2025-11-15T09:18:01.707" v="243"/>
          <pc:sldLayoutMkLst>
            <pc:docMk/>
            <pc:sldMasterMk cId="2460954070" sldId="2147483660"/>
            <pc:sldLayoutMk cId="2385387890" sldId="2147483661"/>
          </pc:sldLayoutMkLst>
        </pc:sldLayoutChg>
        <pc:sldLayoutChg chg="mod">
          <pc:chgData name="Soorya Prakash R" userId="S::2023503502@student.annauniv.edu::55c98e2a-6287-483e-9de6-d3947cbe85ed" providerId="AD" clId="Web-{221B9BF1-FFC5-69A4-799E-FC777D89DE52}" dt="2025-11-15T09:18:01.707" v="243"/>
          <pc:sldLayoutMkLst>
            <pc:docMk/>
            <pc:sldMasterMk cId="2460954070" sldId="2147483660"/>
            <pc:sldLayoutMk cId="949138452" sldId="2147483662"/>
          </pc:sldLayoutMkLst>
        </pc:sldLayoutChg>
        <pc:sldLayoutChg chg="mod">
          <pc:chgData name="Soorya Prakash R" userId="S::2023503502@student.annauniv.edu::55c98e2a-6287-483e-9de6-d3947cbe85ed" providerId="AD" clId="Web-{221B9BF1-FFC5-69A4-799E-FC777D89DE52}" dt="2025-11-15T09:18:01.707" v="243"/>
          <pc:sldLayoutMkLst>
            <pc:docMk/>
            <pc:sldMasterMk cId="2460954070" sldId="2147483660"/>
            <pc:sldLayoutMk cId="2591524520" sldId="2147483663"/>
          </pc:sldLayoutMkLst>
        </pc:sldLayoutChg>
        <pc:sldLayoutChg chg="mod">
          <pc:chgData name="Soorya Prakash R" userId="S::2023503502@student.annauniv.edu::55c98e2a-6287-483e-9de6-d3947cbe85ed" providerId="AD" clId="Web-{221B9BF1-FFC5-69A4-799E-FC777D89DE52}" dt="2025-11-15T09:18:01.707" v="243"/>
          <pc:sldLayoutMkLst>
            <pc:docMk/>
            <pc:sldMasterMk cId="2460954070" sldId="2147483660"/>
            <pc:sldLayoutMk cId="1203092039" sldId="2147483664"/>
          </pc:sldLayoutMkLst>
        </pc:sldLayoutChg>
        <pc:sldLayoutChg chg="mod">
          <pc:chgData name="Soorya Prakash R" userId="S::2023503502@student.annauniv.edu::55c98e2a-6287-483e-9de6-d3947cbe85ed" providerId="AD" clId="Web-{221B9BF1-FFC5-69A4-799E-FC777D89DE52}" dt="2025-11-15T09:18:01.707" v="243"/>
          <pc:sldLayoutMkLst>
            <pc:docMk/>
            <pc:sldMasterMk cId="2460954070" sldId="2147483660"/>
            <pc:sldLayoutMk cId="3733172339" sldId="2147483665"/>
          </pc:sldLayoutMkLst>
        </pc:sldLayoutChg>
        <pc:sldLayoutChg chg="mod">
          <pc:chgData name="Soorya Prakash R" userId="S::2023503502@student.annauniv.edu::55c98e2a-6287-483e-9de6-d3947cbe85ed" providerId="AD" clId="Web-{221B9BF1-FFC5-69A4-799E-FC777D89DE52}" dt="2025-11-15T09:18:01.707" v="243"/>
          <pc:sldLayoutMkLst>
            <pc:docMk/>
            <pc:sldMasterMk cId="2460954070" sldId="2147483660"/>
            <pc:sldLayoutMk cId="3210312558" sldId="2147483666"/>
          </pc:sldLayoutMkLst>
        </pc:sldLayoutChg>
        <pc:sldLayoutChg chg="mod">
          <pc:chgData name="Soorya Prakash R" userId="S::2023503502@student.annauniv.edu::55c98e2a-6287-483e-9de6-d3947cbe85ed" providerId="AD" clId="Web-{221B9BF1-FFC5-69A4-799E-FC777D89DE52}" dt="2025-11-15T09:18:01.707" v="243"/>
          <pc:sldLayoutMkLst>
            <pc:docMk/>
            <pc:sldMasterMk cId="2460954070" sldId="2147483660"/>
            <pc:sldLayoutMk cId="3146388984" sldId="2147483667"/>
          </pc:sldLayoutMkLst>
        </pc:sldLayoutChg>
        <pc:sldLayoutChg chg="mod">
          <pc:chgData name="Soorya Prakash R" userId="S::2023503502@student.annauniv.edu::55c98e2a-6287-483e-9de6-d3947cbe85ed" providerId="AD" clId="Web-{221B9BF1-FFC5-69A4-799E-FC777D89DE52}" dt="2025-11-15T09:18:01.707" v="243"/>
          <pc:sldLayoutMkLst>
            <pc:docMk/>
            <pc:sldMasterMk cId="2460954070" sldId="2147483660"/>
            <pc:sldLayoutMk cId="3171841454" sldId="2147483668"/>
          </pc:sldLayoutMkLst>
        </pc:sldLayoutChg>
        <pc:sldLayoutChg chg="mod">
          <pc:chgData name="Soorya Prakash R" userId="S::2023503502@student.annauniv.edu::55c98e2a-6287-483e-9de6-d3947cbe85ed" providerId="AD" clId="Web-{221B9BF1-FFC5-69A4-799E-FC777D89DE52}" dt="2025-11-15T09:18:01.707" v="243"/>
          <pc:sldLayoutMkLst>
            <pc:docMk/>
            <pc:sldMasterMk cId="2460954070" sldId="2147483660"/>
            <pc:sldLayoutMk cId="1718958274" sldId="2147483669"/>
          </pc:sldLayoutMkLst>
        </pc:sldLayoutChg>
        <pc:sldLayoutChg chg="mod">
          <pc:chgData name="Soorya Prakash R" userId="S::2023503502@student.annauniv.edu::55c98e2a-6287-483e-9de6-d3947cbe85ed" providerId="AD" clId="Web-{221B9BF1-FFC5-69A4-799E-FC777D89DE52}" dt="2025-11-15T09:18:01.707" v="243"/>
          <pc:sldLayoutMkLst>
            <pc:docMk/>
            <pc:sldMasterMk cId="2460954070" sldId="2147483660"/>
            <pc:sldLayoutMk cId="2202905451" sldId="2147483670"/>
          </pc:sldLayoutMkLst>
        </pc:sldLayoutChg>
        <pc:sldLayoutChg chg="mod">
          <pc:chgData name="Soorya Prakash R" userId="S::2023503502@student.annauniv.edu::55c98e2a-6287-483e-9de6-d3947cbe85ed" providerId="AD" clId="Web-{221B9BF1-FFC5-69A4-799E-FC777D89DE52}" dt="2025-11-15T09:18:01.707" v="243"/>
          <pc:sldLayoutMkLst>
            <pc:docMk/>
            <pc:sldMasterMk cId="2460954070" sldId="2147483660"/>
            <pc:sldLayoutMk cId="3479445657" sldId="2147483671"/>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GB"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15/11/2025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15/11/2025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GB"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GB" smtClean="0"/>
              <a:t>15/11/2025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p:cNvSpPr>
            <a:spLocks noGrp="1"/>
          </p:cNvSpPr>
          <p:nvPr>
            <p:ph type="dt" sz="half" idx="10"/>
          </p:nvPr>
        </p:nvSpPr>
        <p:spPr/>
        <p:txBody>
          <a:bodyPr/>
          <a:lstStyle/>
          <a:p>
            <a:fld id="{846CE7D5-CF57-46EF-B807-FDD0502418D4}" type="datetimeFigureOut">
              <a:rPr lang="en-GB" smtClean="0"/>
              <a:t>15/11/2025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GB"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7" name="Date Placeholder 6"/>
          <p:cNvSpPr>
            <a:spLocks noGrp="1"/>
          </p:cNvSpPr>
          <p:nvPr>
            <p:ph type="dt" sz="half" idx="10"/>
          </p:nvPr>
        </p:nvSpPr>
        <p:spPr/>
        <p:txBody>
          <a:bodyPr/>
          <a:lstStyle/>
          <a:p>
            <a:fld id="{846CE7D5-CF57-46EF-B807-FDD0502418D4}" type="datetimeFigureOut">
              <a:rPr lang="en-GB" smtClean="0"/>
              <a:t>15/11/2025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Date Placeholder 2"/>
          <p:cNvSpPr>
            <a:spLocks noGrp="1"/>
          </p:cNvSpPr>
          <p:nvPr>
            <p:ph type="dt" sz="half" idx="10"/>
          </p:nvPr>
        </p:nvSpPr>
        <p:spPr/>
        <p:txBody>
          <a:bodyPr/>
          <a:lstStyle/>
          <a:p>
            <a:fld id="{846CE7D5-CF57-46EF-B807-FDD0502418D4}" type="datetimeFigureOut">
              <a:rPr lang="en-GB" smtClean="0"/>
              <a:t>15/11/2025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GB" smtClean="0"/>
              <a:t>15/11/2025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15/11/2025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15/11/2025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15/11/2025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GB"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15/11/2025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D1D1D"/>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GB"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GB" smtClean="0"/>
              <a:t>15/11/2025</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GB" smtClean="0"/>
              <a:t>‹#›</a:t>
            </a:fld>
            <a:endParaRPr lang="en-GB"/>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9FD8DF5-2009-67DC-A335-101371026E90}"/>
              </a:ext>
            </a:extLst>
          </p:cNvPr>
          <p:cNvSpPr>
            <a:spLocks noGrp="1"/>
          </p:cNvSpPr>
          <p:nvPr>
            <p:ph type="title"/>
          </p:nvPr>
        </p:nvSpPr>
        <p:spPr>
          <a:xfrm>
            <a:off x="640080" y="325369"/>
            <a:ext cx="4368602" cy="1956841"/>
          </a:xfrm>
        </p:spPr>
        <p:txBody>
          <a:bodyPr anchor="b">
            <a:normAutofit/>
          </a:bodyPr>
          <a:lstStyle/>
          <a:p>
            <a:r>
              <a:rPr lang="en-GB" sz="4200" b="1" err="1">
                <a:solidFill>
                  <a:schemeClr val="bg1"/>
                </a:solidFill>
                <a:latin typeface="Aharoni"/>
                <a:cs typeface="Aharoni"/>
              </a:rPr>
              <a:t>ParkPal</a:t>
            </a:r>
            <a:r>
              <a:rPr lang="en-GB" sz="4200" b="1" dirty="0">
                <a:solidFill>
                  <a:schemeClr val="bg1"/>
                </a:solidFill>
                <a:latin typeface="Aharoni"/>
                <a:cs typeface="Aharoni"/>
              </a:rPr>
              <a:t> – Smart Parking, simplified</a:t>
            </a:r>
          </a:p>
        </p:txBody>
      </p:sp>
      <p:sp>
        <p:nvSpPr>
          <p:cNvPr id="26"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D015770-4967-6440-4B69-C722D1235640}"/>
              </a:ext>
            </a:extLst>
          </p:cNvPr>
          <p:cNvSpPr>
            <a:spLocks noGrp="1"/>
          </p:cNvSpPr>
          <p:nvPr>
            <p:ph idx="1"/>
          </p:nvPr>
        </p:nvSpPr>
        <p:spPr>
          <a:xfrm>
            <a:off x="640080" y="2872899"/>
            <a:ext cx="4243589" cy="3320668"/>
          </a:xfrm>
        </p:spPr>
        <p:txBody>
          <a:bodyPr vert="horz" lIns="91440" tIns="45720" rIns="91440" bIns="45720" rtlCol="0" anchor="t">
            <a:normAutofit/>
          </a:bodyPr>
          <a:lstStyle/>
          <a:p>
            <a:pPr marL="0" indent="0">
              <a:buNone/>
            </a:pPr>
            <a:r>
              <a:rPr lang="en-GB" sz="2000" b="1" dirty="0">
                <a:solidFill>
                  <a:schemeClr val="bg1"/>
                </a:solidFill>
                <a:ea typeface="+mn-lt"/>
                <a:cs typeface="+mn-lt"/>
              </a:rPr>
              <a:t>Researcher &amp; Designer: </a:t>
            </a:r>
            <a:endParaRPr lang="en-GB" sz="2000" b="1" dirty="0">
              <a:solidFill>
                <a:schemeClr val="bg1"/>
              </a:solidFill>
            </a:endParaRPr>
          </a:p>
          <a:p>
            <a:pPr marL="0" indent="0">
              <a:buNone/>
            </a:pPr>
            <a:endParaRPr lang="en-GB" sz="2000" dirty="0">
              <a:solidFill>
                <a:schemeClr val="bg1"/>
              </a:solidFill>
              <a:ea typeface="+mn-lt"/>
              <a:cs typeface="+mn-lt"/>
            </a:endParaRPr>
          </a:p>
          <a:p>
            <a:r>
              <a:rPr lang="en-GB" sz="2000" dirty="0">
                <a:solidFill>
                  <a:schemeClr val="bg1"/>
                </a:solidFill>
                <a:ea typeface="+mn-lt"/>
                <a:cs typeface="+mn-lt"/>
              </a:rPr>
              <a:t>Soorya Prakash R (2023503502)</a:t>
            </a:r>
          </a:p>
          <a:p>
            <a:r>
              <a:rPr lang="en-GB" sz="2000" dirty="0">
                <a:solidFill>
                  <a:schemeClr val="bg1"/>
                </a:solidFill>
                <a:ea typeface="+mn-lt"/>
                <a:cs typeface="+mn-lt"/>
              </a:rPr>
              <a:t>Kirubakaran V (2023503546)</a:t>
            </a:r>
            <a:endParaRPr lang="en-GB" sz="2000" dirty="0">
              <a:solidFill>
                <a:schemeClr val="bg1"/>
              </a:solidFill>
            </a:endParaRPr>
          </a:p>
          <a:p>
            <a:r>
              <a:rPr lang="en-GB" sz="2000" err="1">
                <a:solidFill>
                  <a:schemeClr val="bg1"/>
                </a:solidFill>
                <a:ea typeface="+mn-lt"/>
                <a:cs typeface="+mn-lt"/>
              </a:rPr>
              <a:t>Perumall</a:t>
            </a:r>
            <a:r>
              <a:rPr lang="en-GB" sz="2000" dirty="0">
                <a:solidFill>
                  <a:schemeClr val="bg1"/>
                </a:solidFill>
                <a:ea typeface="+mn-lt"/>
                <a:cs typeface="+mn-lt"/>
              </a:rPr>
              <a:t> rishi P (2023503551)</a:t>
            </a:r>
            <a:endParaRPr lang="en-GB" sz="2000" dirty="0">
              <a:solidFill>
                <a:schemeClr val="bg1"/>
              </a:solidFill>
            </a:endParaRPr>
          </a:p>
          <a:p>
            <a:r>
              <a:rPr lang="en-GB" sz="2000" dirty="0">
                <a:solidFill>
                  <a:schemeClr val="bg1"/>
                </a:solidFill>
                <a:ea typeface="+mn-lt"/>
                <a:cs typeface="+mn-lt"/>
              </a:rPr>
              <a:t>Sowmiya Narayanan (2023503582)</a:t>
            </a:r>
            <a:endParaRPr lang="en-GB" sz="2000" dirty="0">
              <a:solidFill>
                <a:schemeClr val="bg1"/>
              </a:solidFill>
            </a:endParaRPr>
          </a:p>
          <a:p>
            <a:r>
              <a:rPr lang="en-GB" sz="2000" dirty="0">
                <a:solidFill>
                  <a:schemeClr val="bg1"/>
                </a:solidFill>
                <a:ea typeface="+mn-lt"/>
                <a:cs typeface="+mn-lt"/>
              </a:rPr>
              <a:t>Dharanidharan L (2023503508)</a:t>
            </a:r>
            <a:endParaRPr lang="en-GB" sz="2000" dirty="0">
              <a:solidFill>
                <a:schemeClr val="bg1"/>
              </a:solidFill>
            </a:endParaRPr>
          </a:p>
          <a:p>
            <a:r>
              <a:rPr lang="en-GB" sz="2000" err="1">
                <a:solidFill>
                  <a:schemeClr val="bg1"/>
                </a:solidFill>
                <a:ea typeface="+mn-lt"/>
                <a:cs typeface="+mn-lt"/>
              </a:rPr>
              <a:t>Sibichakaravarthi</a:t>
            </a:r>
            <a:r>
              <a:rPr lang="en-GB" sz="2000" dirty="0">
                <a:solidFill>
                  <a:schemeClr val="bg1"/>
                </a:solidFill>
                <a:ea typeface="+mn-lt"/>
                <a:cs typeface="+mn-lt"/>
              </a:rPr>
              <a:t>  (2023503027)</a:t>
            </a:r>
            <a:endParaRPr lang="en-GB" sz="2000" dirty="0">
              <a:solidFill>
                <a:schemeClr val="bg1"/>
              </a:solidFill>
            </a:endParaRPr>
          </a:p>
          <a:p>
            <a:endParaRPr lang="en-GB" sz="2000" dirty="0">
              <a:solidFill>
                <a:schemeClr val="bg1"/>
              </a:solidFill>
            </a:endParaRPr>
          </a:p>
        </p:txBody>
      </p:sp>
      <p:pic>
        <p:nvPicPr>
          <p:cNvPr id="4" name="Picture 3" descr="A logo on a circle&#10;&#10;AI-generated content may be incorrect.">
            <a:extLst>
              <a:ext uri="{FF2B5EF4-FFF2-40B4-BE49-F238E27FC236}">
                <a16:creationId xmlns:a16="http://schemas.microsoft.com/office/drawing/2014/main" id="{2BFD71CD-8BF7-DFB4-1609-8CBD0BF9086A}"/>
              </a:ext>
            </a:extLst>
          </p:cNvPr>
          <p:cNvPicPr>
            <a:picLocks noChangeAspect="1"/>
          </p:cNvPicPr>
          <p:nvPr/>
        </p:nvPicPr>
        <p:blipFill>
          <a:blip r:embed="rId2"/>
          <a:srcRect t="16166" r="-2" b="11053"/>
          <a:stretch>
            <a:fillRect/>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33016067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creens screenshot of a car parking&#10;&#10;AI-generated content may be incorrect.">
            <a:extLst>
              <a:ext uri="{FF2B5EF4-FFF2-40B4-BE49-F238E27FC236}">
                <a16:creationId xmlns:a16="http://schemas.microsoft.com/office/drawing/2014/main" id="{CF0138D0-C934-0AE8-C403-1A729BA5E58D}"/>
              </a:ext>
            </a:extLst>
          </p:cNvPr>
          <p:cNvPicPr>
            <a:picLocks noChangeAspect="1"/>
          </p:cNvPicPr>
          <p:nvPr/>
        </p:nvPicPr>
        <p:blipFill>
          <a:blip r:embed="rId2"/>
          <a:stretch>
            <a:fillRect/>
          </a:stretch>
        </p:blipFill>
        <p:spPr>
          <a:xfrm>
            <a:off x="-2382" y="695325"/>
            <a:ext cx="8482012" cy="5455444"/>
          </a:xfrm>
          <a:prstGeom prst="rect">
            <a:avLst/>
          </a:prstGeom>
        </p:spPr>
      </p:pic>
      <p:sp>
        <p:nvSpPr>
          <p:cNvPr id="6" name="TextBox 5">
            <a:extLst>
              <a:ext uri="{FF2B5EF4-FFF2-40B4-BE49-F238E27FC236}">
                <a16:creationId xmlns:a16="http://schemas.microsoft.com/office/drawing/2014/main" id="{7A7E6808-3171-09E8-9B12-E23AB06968B8}"/>
              </a:ext>
            </a:extLst>
          </p:cNvPr>
          <p:cNvSpPr txBox="1"/>
          <p:nvPr/>
        </p:nvSpPr>
        <p:spPr>
          <a:xfrm>
            <a:off x="8636361" y="798368"/>
            <a:ext cx="3560618" cy="535531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b="1" dirty="0">
                <a:solidFill>
                  <a:schemeClr val="bg1"/>
                </a:solidFill>
              </a:rPr>
              <a:t>Jakob's Law</a:t>
            </a:r>
          </a:p>
          <a:p>
            <a:endParaRPr lang="en-GB" b="1" dirty="0">
              <a:solidFill>
                <a:schemeClr val="bg1"/>
              </a:solidFill>
              <a:ea typeface="+mn-lt"/>
              <a:cs typeface="+mn-lt"/>
            </a:endParaRPr>
          </a:p>
          <a:p>
            <a:r>
              <a:rPr lang="en-GB" dirty="0">
                <a:solidFill>
                  <a:schemeClr val="bg1"/>
                </a:solidFill>
                <a:ea typeface="+mn-lt"/>
                <a:cs typeface="+mn-lt"/>
              </a:rPr>
              <a:t>  The onboarding process leverages </a:t>
            </a:r>
            <a:r>
              <a:rPr lang="en-GB" b="1" dirty="0">
                <a:solidFill>
                  <a:schemeClr val="bg1"/>
                </a:solidFill>
                <a:ea typeface="+mn-lt"/>
                <a:cs typeface="+mn-lt"/>
              </a:rPr>
              <a:t>Jakob's Law</a:t>
            </a:r>
            <a:r>
              <a:rPr lang="en-GB" dirty="0">
                <a:solidFill>
                  <a:schemeClr val="bg1"/>
                </a:solidFill>
                <a:ea typeface="+mn-lt"/>
                <a:cs typeface="+mn-lt"/>
              </a:rPr>
              <a:t> by using the standard mobile pattern of a horizontal scroll, clear dot indicators for position, and prominent </a:t>
            </a:r>
            <a:r>
              <a:rPr lang="en-GB" b="1" dirty="0">
                <a:solidFill>
                  <a:schemeClr val="bg1"/>
                </a:solidFill>
                <a:ea typeface="+mn-lt"/>
                <a:cs typeface="+mn-lt"/>
              </a:rPr>
              <a:t>"Skip"</a:t>
            </a:r>
            <a:r>
              <a:rPr lang="en-GB" dirty="0">
                <a:solidFill>
                  <a:schemeClr val="bg1"/>
                </a:solidFill>
                <a:ea typeface="+mn-lt"/>
                <a:cs typeface="+mn-lt"/>
              </a:rPr>
              <a:t> and </a:t>
            </a:r>
            <a:r>
              <a:rPr lang="en-GB" b="1" dirty="0">
                <a:solidFill>
                  <a:schemeClr val="bg1"/>
                </a:solidFill>
                <a:ea typeface="+mn-lt"/>
                <a:cs typeface="+mn-lt"/>
              </a:rPr>
              <a:t>"Next"</a:t>
            </a:r>
            <a:r>
              <a:rPr lang="en-GB" dirty="0">
                <a:solidFill>
                  <a:schemeClr val="bg1"/>
                </a:solidFill>
                <a:ea typeface="+mn-lt"/>
                <a:cs typeface="+mn-lt"/>
              </a:rPr>
              <a:t> buttons. </a:t>
            </a:r>
          </a:p>
          <a:p>
            <a:r>
              <a:rPr lang="en-GB" dirty="0">
                <a:solidFill>
                  <a:schemeClr val="bg1"/>
                </a:solidFill>
                <a:ea typeface="+mn-lt"/>
                <a:cs typeface="+mn-lt"/>
              </a:rPr>
              <a:t> Users are already familiar with this interface from countless other apps, meaning they don't have to spend time learning how to navigate the introduction. This high level of familiarity reduces cognitive load and allows users to quickly proceed to the main functionality.</a:t>
            </a:r>
            <a:endParaRPr lang="en-GB" dirty="0">
              <a:solidFill>
                <a:schemeClr val="bg1"/>
              </a:solidFill>
            </a:endParaRPr>
          </a:p>
          <a:p>
            <a:pPr algn="l"/>
            <a:endParaRPr lang="en-GB" dirty="0">
              <a:solidFill>
                <a:schemeClr val="bg1"/>
              </a:solidFill>
            </a:endParaRPr>
          </a:p>
        </p:txBody>
      </p:sp>
    </p:spTree>
    <p:extLst>
      <p:ext uri="{BB962C8B-B14F-4D97-AF65-F5344CB8AC3E}">
        <p14:creationId xmlns:p14="http://schemas.microsoft.com/office/powerpoint/2010/main" val="1098572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Screens screenshot of a parking map&#10;&#10;AI-generated content may be incorrect.">
            <a:extLst>
              <a:ext uri="{FF2B5EF4-FFF2-40B4-BE49-F238E27FC236}">
                <a16:creationId xmlns:a16="http://schemas.microsoft.com/office/drawing/2014/main" id="{7A2ED955-4657-019B-A9B2-AD78F1733FDA}"/>
              </a:ext>
            </a:extLst>
          </p:cNvPr>
          <p:cNvPicPr>
            <a:picLocks noGrp="1" noChangeAspect="1"/>
          </p:cNvPicPr>
          <p:nvPr>
            <p:ph idx="1"/>
          </p:nvPr>
        </p:nvPicPr>
        <p:blipFill>
          <a:blip r:embed="rId2"/>
          <a:stretch>
            <a:fillRect/>
          </a:stretch>
        </p:blipFill>
        <p:spPr>
          <a:xfrm>
            <a:off x="-2886" y="352244"/>
            <a:ext cx="9215437" cy="6162677"/>
          </a:xfrm>
          <a:prstGeom prst="rect">
            <a:avLst/>
          </a:prstGeom>
        </p:spPr>
      </p:pic>
      <p:sp>
        <p:nvSpPr>
          <p:cNvPr id="6" name="TextBox 5">
            <a:extLst>
              <a:ext uri="{FF2B5EF4-FFF2-40B4-BE49-F238E27FC236}">
                <a16:creationId xmlns:a16="http://schemas.microsoft.com/office/drawing/2014/main" id="{E6DBEAE2-72EB-EBA3-7EA9-106CEB666FE6}"/>
              </a:ext>
            </a:extLst>
          </p:cNvPr>
          <p:cNvSpPr txBox="1"/>
          <p:nvPr/>
        </p:nvSpPr>
        <p:spPr>
          <a:xfrm>
            <a:off x="9213272" y="711199"/>
            <a:ext cx="2798617" cy="50783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b="1" dirty="0" err="1">
                <a:solidFill>
                  <a:schemeClr val="bg1"/>
                </a:solidFill>
                <a:ea typeface="+mn-lt"/>
                <a:cs typeface="+mn-lt"/>
              </a:rPr>
              <a:t>Fitt’s</a:t>
            </a:r>
            <a:r>
              <a:rPr lang="en-GB" b="1" dirty="0">
                <a:solidFill>
                  <a:schemeClr val="bg1"/>
                </a:solidFill>
                <a:ea typeface="+mn-lt"/>
                <a:cs typeface="+mn-lt"/>
              </a:rPr>
              <a:t> Law</a:t>
            </a:r>
            <a:endParaRPr lang="en-GB" dirty="0">
              <a:solidFill>
                <a:schemeClr val="bg1"/>
              </a:solidFill>
              <a:ea typeface="+mn-lt"/>
              <a:cs typeface="+mn-lt"/>
            </a:endParaRPr>
          </a:p>
          <a:p>
            <a:endParaRPr lang="en-GB" dirty="0">
              <a:solidFill>
                <a:schemeClr val="bg1"/>
              </a:solidFill>
              <a:ea typeface="+mn-lt"/>
              <a:cs typeface="+mn-lt"/>
            </a:endParaRPr>
          </a:p>
          <a:p>
            <a:r>
              <a:rPr lang="en-GB" dirty="0">
                <a:solidFill>
                  <a:schemeClr val="bg1"/>
                </a:solidFill>
                <a:ea typeface="+mn-lt"/>
                <a:cs typeface="+mn-lt"/>
              </a:rPr>
              <a:t> The time to acquire a target is determined by its size and distance. The </a:t>
            </a:r>
            <a:r>
              <a:rPr lang="en-GB" b="1" dirty="0">
                <a:solidFill>
                  <a:schemeClr val="bg1"/>
                </a:solidFill>
                <a:ea typeface="+mn-lt"/>
                <a:cs typeface="+mn-lt"/>
              </a:rPr>
              <a:t>"Start Booking"</a:t>
            </a:r>
            <a:r>
              <a:rPr lang="en-GB" dirty="0">
                <a:solidFill>
                  <a:schemeClr val="bg1"/>
                </a:solidFill>
                <a:ea typeface="+mn-lt"/>
                <a:cs typeface="+mn-lt"/>
              </a:rPr>
              <a:t> button, located in the bottom action sheet, is designed as a </a:t>
            </a:r>
            <a:r>
              <a:rPr lang="en-GB" b="1" dirty="0">
                <a:solidFill>
                  <a:schemeClr val="bg1"/>
                </a:solidFill>
                <a:ea typeface="+mn-lt"/>
                <a:cs typeface="+mn-lt"/>
              </a:rPr>
              <a:t>large, full-width target</a:t>
            </a:r>
            <a:r>
              <a:rPr lang="en-GB" dirty="0">
                <a:solidFill>
                  <a:schemeClr val="bg1"/>
                </a:solidFill>
                <a:ea typeface="+mn-lt"/>
                <a:cs typeface="+mn-lt"/>
              </a:rPr>
              <a:t>. This ensures that the user, who is likely focused on the map, can quickly and accurately tap this most critical call-to-action with their thumb, minimizing errors and speeding up the essential booking process.</a:t>
            </a:r>
            <a:endParaRPr lang="en-US">
              <a:solidFill>
                <a:schemeClr val="bg1"/>
              </a:solidFill>
              <a:ea typeface="+mn-lt"/>
              <a:cs typeface="+mn-lt"/>
            </a:endParaRPr>
          </a:p>
        </p:txBody>
      </p:sp>
    </p:spTree>
    <p:extLst>
      <p:ext uri="{BB962C8B-B14F-4D97-AF65-F5344CB8AC3E}">
        <p14:creationId xmlns:p14="http://schemas.microsoft.com/office/powerpoint/2010/main" val="12404594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Screens screenshot of a car rental app&#10;&#10;AI-generated content may be incorrect.">
            <a:extLst>
              <a:ext uri="{FF2B5EF4-FFF2-40B4-BE49-F238E27FC236}">
                <a16:creationId xmlns:a16="http://schemas.microsoft.com/office/drawing/2014/main" id="{1586C9E0-6556-2D6B-16F4-E2678516030A}"/>
              </a:ext>
            </a:extLst>
          </p:cNvPr>
          <p:cNvPicPr>
            <a:picLocks noGrp="1" noChangeAspect="1"/>
          </p:cNvPicPr>
          <p:nvPr>
            <p:ph idx="1"/>
          </p:nvPr>
        </p:nvPicPr>
        <p:blipFill>
          <a:blip r:embed="rId2"/>
          <a:stretch>
            <a:fillRect/>
          </a:stretch>
        </p:blipFill>
        <p:spPr>
          <a:xfrm>
            <a:off x="0" y="616862"/>
            <a:ext cx="8775987" cy="5617200"/>
          </a:xfrm>
          <a:prstGeom prst="rect">
            <a:avLst/>
          </a:prstGeom>
        </p:spPr>
      </p:pic>
      <p:sp>
        <p:nvSpPr>
          <p:cNvPr id="6" name="TextBox 5">
            <a:extLst>
              <a:ext uri="{FF2B5EF4-FFF2-40B4-BE49-F238E27FC236}">
                <a16:creationId xmlns:a16="http://schemas.microsoft.com/office/drawing/2014/main" id="{D46FCAEC-C4D1-E0E8-B9FA-FDAE49E8F49B}"/>
              </a:ext>
            </a:extLst>
          </p:cNvPr>
          <p:cNvSpPr txBox="1"/>
          <p:nvPr/>
        </p:nvSpPr>
        <p:spPr>
          <a:xfrm>
            <a:off x="8772236" y="290946"/>
            <a:ext cx="3198090" cy="618630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b="1" dirty="0">
                <a:solidFill>
                  <a:schemeClr val="bg1"/>
                </a:solidFill>
                <a:ea typeface="+mn-lt"/>
                <a:cs typeface="+mn-lt"/>
              </a:rPr>
              <a:t>Visibility of System Status</a:t>
            </a:r>
          </a:p>
          <a:p>
            <a:endParaRPr lang="en-GB" dirty="0">
              <a:solidFill>
                <a:schemeClr val="bg1"/>
              </a:solidFill>
            </a:endParaRPr>
          </a:p>
          <a:p>
            <a:r>
              <a:rPr lang="en-GB" b="1" dirty="0">
                <a:solidFill>
                  <a:schemeClr val="bg1"/>
                </a:solidFill>
                <a:ea typeface="+mn-lt"/>
                <a:cs typeface="+mn-lt"/>
              </a:rPr>
              <a:t> </a:t>
            </a:r>
            <a:r>
              <a:rPr lang="en-GB" dirty="0">
                <a:solidFill>
                  <a:schemeClr val="bg1"/>
                </a:solidFill>
                <a:ea typeface="+mn-lt"/>
                <a:cs typeface="+mn-lt"/>
              </a:rPr>
              <a:t>Visibility of System Status is perfectly demonstrated on the 'Booking Progress' screens. The app provides </a:t>
            </a:r>
            <a:r>
              <a:rPr lang="en-GB" b="1" dirty="0">
                <a:solidFill>
                  <a:schemeClr val="bg1"/>
                </a:solidFill>
                <a:ea typeface="+mn-lt"/>
                <a:cs typeface="+mn-lt"/>
              </a:rPr>
              <a:t>continuous, real-time feedback</a:t>
            </a:r>
            <a:r>
              <a:rPr lang="en-GB" dirty="0">
                <a:solidFill>
                  <a:schemeClr val="bg1"/>
                </a:solidFill>
                <a:ea typeface="+mn-lt"/>
                <a:cs typeface="+mn-lt"/>
              </a:rPr>
              <a:t> through a prominently displayed, countdown timer (</a:t>
            </a:r>
            <a:r>
              <a:rPr lang="en-GB" dirty="0">
                <a:solidFill>
                  <a:schemeClr val="bg1"/>
                </a:solidFill>
                <a:latin typeface="Consolas"/>
              </a:rPr>
              <a:t>30:20 min</a:t>
            </a:r>
            <a:r>
              <a:rPr lang="en-GB" dirty="0">
                <a:solidFill>
                  <a:schemeClr val="bg1"/>
                </a:solidFill>
                <a:ea typeface="+mn-lt"/>
                <a:cs typeface="+mn-lt"/>
              </a:rPr>
              <a:t>) and a clear </a:t>
            </a:r>
            <a:r>
              <a:rPr lang="en-GB" b="1" dirty="0">
                <a:solidFill>
                  <a:schemeClr val="bg1"/>
                </a:solidFill>
                <a:ea typeface="+mn-lt"/>
                <a:cs typeface="+mn-lt"/>
              </a:rPr>
              <a:t>circular progress indicator</a:t>
            </a:r>
            <a:r>
              <a:rPr lang="en-GB" dirty="0">
                <a:solidFill>
                  <a:schemeClr val="bg1"/>
                </a:solidFill>
                <a:ea typeface="+mn-lt"/>
                <a:cs typeface="+mn-lt"/>
              </a:rPr>
              <a:t> around the car </a:t>
            </a:r>
          </a:p>
          <a:p>
            <a:r>
              <a:rPr lang="en-GB" dirty="0">
                <a:solidFill>
                  <a:schemeClr val="bg1"/>
                </a:solidFill>
                <a:ea typeface="+mn-lt"/>
                <a:cs typeface="+mn-lt"/>
              </a:rPr>
              <a:t>Graphic.</a:t>
            </a:r>
          </a:p>
          <a:p>
            <a:r>
              <a:rPr lang="en-GB" dirty="0">
                <a:solidFill>
                  <a:schemeClr val="bg1"/>
                </a:solidFill>
                <a:ea typeface="+mn-lt"/>
                <a:cs typeface="+mn-lt"/>
              </a:rPr>
              <a:t> By showing the user, the exact time remaining and the visual status (progress circle filling/</a:t>
            </a:r>
            <a:r>
              <a:rPr lang="en-GB" dirty="0" err="1">
                <a:solidFill>
                  <a:schemeClr val="bg1"/>
                </a:solidFill>
                <a:ea typeface="+mn-lt"/>
                <a:cs typeface="+mn-lt"/>
              </a:rPr>
              <a:t>unfilling</a:t>
            </a:r>
            <a:r>
              <a:rPr lang="en-GB" dirty="0">
                <a:solidFill>
                  <a:schemeClr val="bg1"/>
                </a:solidFill>
                <a:ea typeface="+mn-lt"/>
                <a:cs typeface="+mn-lt"/>
              </a:rPr>
              <a:t>), the system reassures them that their parking session is active and acknowledged, reducing anxiety and building immediate trust in the application's functionality.</a:t>
            </a:r>
            <a:endParaRPr lang="en-GB">
              <a:solidFill>
                <a:schemeClr val="bg1"/>
              </a:solidFill>
            </a:endParaRPr>
          </a:p>
        </p:txBody>
      </p:sp>
    </p:spTree>
    <p:extLst>
      <p:ext uri="{BB962C8B-B14F-4D97-AF65-F5344CB8AC3E}">
        <p14:creationId xmlns:p14="http://schemas.microsoft.com/office/powerpoint/2010/main" val="38124068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Screens screenshot of a phone&#10;&#10;AI-generated content may be incorrect.">
            <a:extLst>
              <a:ext uri="{FF2B5EF4-FFF2-40B4-BE49-F238E27FC236}">
                <a16:creationId xmlns:a16="http://schemas.microsoft.com/office/drawing/2014/main" id="{ED8976EF-C603-1E8E-E134-B7E2BC6C5633}"/>
              </a:ext>
            </a:extLst>
          </p:cNvPr>
          <p:cNvPicPr>
            <a:picLocks noGrp="1" noChangeAspect="1"/>
          </p:cNvPicPr>
          <p:nvPr>
            <p:ph idx="1"/>
          </p:nvPr>
        </p:nvPicPr>
        <p:blipFill>
          <a:blip r:embed="rId2"/>
          <a:stretch>
            <a:fillRect/>
          </a:stretch>
        </p:blipFill>
        <p:spPr>
          <a:xfrm>
            <a:off x="-2526" y="1141416"/>
            <a:ext cx="9056688" cy="4809469"/>
          </a:xfrm>
          <a:prstGeom prst="rect">
            <a:avLst/>
          </a:prstGeom>
        </p:spPr>
      </p:pic>
      <p:sp>
        <p:nvSpPr>
          <p:cNvPr id="5" name="TextBox 4">
            <a:extLst>
              <a:ext uri="{FF2B5EF4-FFF2-40B4-BE49-F238E27FC236}">
                <a16:creationId xmlns:a16="http://schemas.microsoft.com/office/drawing/2014/main" id="{9BDB852F-C058-7404-0500-8E8D8FA517EF}"/>
              </a:ext>
            </a:extLst>
          </p:cNvPr>
          <p:cNvSpPr txBox="1"/>
          <p:nvPr/>
        </p:nvSpPr>
        <p:spPr>
          <a:xfrm>
            <a:off x="9160164" y="893618"/>
            <a:ext cx="2911763" cy="507831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b="1" dirty="0">
                <a:solidFill>
                  <a:schemeClr val="bg1"/>
                </a:solidFill>
                <a:ea typeface="+mn-lt"/>
                <a:cs typeface="+mn-lt"/>
              </a:rPr>
              <a:t>Hick’s Law</a:t>
            </a:r>
            <a:endParaRPr lang="en-US" dirty="0">
              <a:solidFill>
                <a:schemeClr val="bg1"/>
              </a:solidFill>
              <a:ea typeface="+mn-lt"/>
              <a:cs typeface="+mn-lt"/>
            </a:endParaRPr>
          </a:p>
          <a:p>
            <a:endParaRPr lang="en-GB" b="1" dirty="0">
              <a:solidFill>
                <a:schemeClr val="bg1"/>
              </a:solidFill>
              <a:ea typeface="+mn-lt"/>
              <a:cs typeface="+mn-lt"/>
            </a:endParaRPr>
          </a:p>
          <a:p>
            <a:r>
              <a:rPr lang="en-GB" dirty="0">
                <a:solidFill>
                  <a:schemeClr val="bg1"/>
                </a:solidFill>
                <a:ea typeface="+mn-lt"/>
                <a:cs typeface="+mn-lt"/>
              </a:rPr>
              <a:t> The more choices presented, the longer it takes to decide. </a:t>
            </a:r>
            <a:endParaRPr lang="en-US" dirty="0">
              <a:solidFill>
                <a:schemeClr val="bg1"/>
              </a:solidFill>
              <a:ea typeface="+mn-lt"/>
              <a:cs typeface="+mn-lt"/>
            </a:endParaRPr>
          </a:p>
          <a:p>
            <a:endParaRPr lang="en-GB" dirty="0">
              <a:solidFill>
                <a:schemeClr val="bg1"/>
              </a:solidFill>
              <a:ea typeface="+mn-lt"/>
              <a:cs typeface="+mn-lt"/>
            </a:endParaRPr>
          </a:p>
          <a:p>
            <a:r>
              <a:rPr lang="en-GB" dirty="0">
                <a:solidFill>
                  <a:schemeClr val="bg1"/>
                </a:solidFill>
                <a:ea typeface="+mn-lt"/>
                <a:cs typeface="+mn-lt"/>
              </a:rPr>
              <a:t>The </a:t>
            </a:r>
            <a:r>
              <a:rPr lang="en-GB" b="1" dirty="0">
                <a:solidFill>
                  <a:schemeClr val="bg1"/>
                </a:solidFill>
                <a:ea typeface="+mn-lt"/>
                <a:cs typeface="+mn-lt"/>
              </a:rPr>
              <a:t>'Select Charging Port'</a:t>
            </a:r>
            <a:r>
              <a:rPr lang="en-GB" dirty="0">
                <a:solidFill>
                  <a:schemeClr val="bg1"/>
                </a:solidFill>
                <a:ea typeface="+mn-lt"/>
                <a:cs typeface="+mn-lt"/>
              </a:rPr>
              <a:t> screen only presents two distinct options: </a:t>
            </a:r>
            <a:r>
              <a:rPr lang="en-GB" b="1" dirty="0">
                <a:solidFill>
                  <a:schemeClr val="bg1"/>
                </a:solidFill>
                <a:ea typeface="+mn-lt"/>
                <a:cs typeface="+mn-lt"/>
              </a:rPr>
              <a:t>CHADEMO and Type 2-3</a:t>
            </a:r>
            <a:r>
              <a:rPr lang="en-GB" dirty="0">
                <a:solidFill>
                  <a:schemeClr val="bg1"/>
                </a:solidFill>
                <a:ea typeface="+mn-lt"/>
                <a:cs typeface="+mn-lt"/>
              </a:rPr>
              <a:t>. By limiting the available choices to the absolute necessary minimum and using large, clear labels for each, the app dramatically cuts down the user's decision time, maintaining a fast and efficient flow.</a:t>
            </a:r>
            <a:endParaRPr lang="en-US">
              <a:solidFill>
                <a:schemeClr val="bg1"/>
              </a:solidFill>
            </a:endParaRPr>
          </a:p>
        </p:txBody>
      </p:sp>
    </p:spTree>
    <p:extLst>
      <p:ext uri="{BB962C8B-B14F-4D97-AF65-F5344CB8AC3E}">
        <p14:creationId xmlns:p14="http://schemas.microsoft.com/office/powerpoint/2010/main" val="26328512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Screens screenshot of a mobile phone&#10;&#10;AI-generated content may be incorrect.">
            <a:extLst>
              <a:ext uri="{FF2B5EF4-FFF2-40B4-BE49-F238E27FC236}">
                <a16:creationId xmlns:a16="http://schemas.microsoft.com/office/drawing/2014/main" id="{3FC06F48-9ADE-972A-C651-49507722111B}"/>
              </a:ext>
            </a:extLst>
          </p:cNvPr>
          <p:cNvPicPr>
            <a:picLocks noGrp="1" noChangeAspect="1"/>
          </p:cNvPicPr>
          <p:nvPr>
            <p:ph idx="1"/>
          </p:nvPr>
        </p:nvPicPr>
        <p:blipFill>
          <a:blip r:embed="rId2"/>
          <a:stretch>
            <a:fillRect/>
          </a:stretch>
        </p:blipFill>
        <p:spPr>
          <a:xfrm>
            <a:off x="4136" y="609673"/>
            <a:ext cx="8361462" cy="5652151"/>
          </a:xfrm>
          <a:prstGeom prst="rect">
            <a:avLst/>
          </a:prstGeom>
        </p:spPr>
      </p:pic>
      <p:sp>
        <p:nvSpPr>
          <p:cNvPr id="6" name="TextBox 5">
            <a:extLst>
              <a:ext uri="{FF2B5EF4-FFF2-40B4-BE49-F238E27FC236}">
                <a16:creationId xmlns:a16="http://schemas.microsoft.com/office/drawing/2014/main" id="{53CF6C17-B733-2314-6308-1E187FA48FCE}"/>
              </a:ext>
            </a:extLst>
          </p:cNvPr>
          <p:cNvSpPr txBox="1"/>
          <p:nvPr/>
        </p:nvSpPr>
        <p:spPr>
          <a:xfrm>
            <a:off x="8666017" y="889000"/>
            <a:ext cx="3387436" cy="50783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b="1" dirty="0">
                <a:solidFill>
                  <a:schemeClr val="bg1"/>
                </a:solidFill>
                <a:ea typeface="+mn-lt"/>
                <a:cs typeface="+mn-lt"/>
              </a:rPr>
              <a:t>Law of Common Region</a:t>
            </a:r>
            <a:endParaRPr lang="en-US" dirty="0">
              <a:solidFill>
                <a:schemeClr val="bg1"/>
              </a:solidFill>
              <a:ea typeface="+mn-lt"/>
              <a:cs typeface="+mn-lt"/>
            </a:endParaRPr>
          </a:p>
          <a:p>
            <a:endParaRPr lang="en-GB" dirty="0">
              <a:solidFill>
                <a:schemeClr val="bg1"/>
              </a:solidFill>
              <a:ea typeface="+mn-lt"/>
              <a:cs typeface="+mn-lt"/>
            </a:endParaRPr>
          </a:p>
          <a:p>
            <a:r>
              <a:rPr lang="en-GB" dirty="0">
                <a:solidFill>
                  <a:schemeClr val="bg1"/>
                </a:solidFill>
                <a:ea typeface="+mn-lt"/>
                <a:cs typeface="+mn-lt"/>
              </a:rPr>
              <a:t> Elements within the same boundary are perceived as being grouped together. On the </a:t>
            </a:r>
            <a:r>
              <a:rPr lang="en-GB" b="1" dirty="0">
                <a:solidFill>
                  <a:schemeClr val="bg1"/>
                </a:solidFill>
                <a:ea typeface="+mn-lt"/>
                <a:cs typeface="+mn-lt"/>
              </a:rPr>
              <a:t>'Multiple Payment Options'</a:t>
            </a:r>
            <a:r>
              <a:rPr lang="en-GB" dirty="0">
                <a:solidFill>
                  <a:schemeClr val="bg1"/>
                </a:solidFill>
                <a:ea typeface="+mn-lt"/>
                <a:cs typeface="+mn-lt"/>
              </a:rPr>
              <a:t> screen, each credit card (Mastercard and VISA) is contained within a clearly defined, rounded card shape. This boundary instantly groups the card number, type, and expiration date as a single, selectable option, making the list easy to scan and the different payment methods immediately distinct from one another.</a:t>
            </a:r>
            <a:endParaRPr lang="en-US">
              <a:solidFill>
                <a:schemeClr val="bg1"/>
              </a:solidFill>
              <a:ea typeface="+mn-lt"/>
              <a:cs typeface="+mn-lt"/>
            </a:endParaRPr>
          </a:p>
        </p:txBody>
      </p:sp>
    </p:spTree>
    <p:extLst>
      <p:ext uri="{BB962C8B-B14F-4D97-AF65-F5344CB8AC3E}">
        <p14:creationId xmlns:p14="http://schemas.microsoft.com/office/powerpoint/2010/main" val="35445967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6</Slides>
  <Notes>0</Notes>
  <HiddenSlides>0</HiddenSlides>
  <MMClips>0</MMClip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office theme</vt:lpstr>
      <vt:lpstr>ParkPal – Smart Parking, simplified</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109</cp:revision>
  <dcterms:created xsi:type="dcterms:W3CDTF">2025-11-15T08:49:47Z</dcterms:created>
  <dcterms:modified xsi:type="dcterms:W3CDTF">2025-11-15T09:18:09Z</dcterms:modified>
</cp:coreProperties>
</file>