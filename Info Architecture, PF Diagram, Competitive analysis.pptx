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5"/>
  </p:notesMasterIdLst>
  <p:sldIdLst>
    <p:sldId id="276" r:id="rId2"/>
    <p:sldId id="277" r:id="rId3"/>
    <p:sldId id="278" r:id="rId4"/>
  </p:sldIdLst>
  <p:sldSz cx="9144000" cy="5143500" type="screen16x9"/>
  <p:notesSz cx="6858000" cy="9144000"/>
  <p:embeddedFontLst>
    <p:embeddedFont>
      <p:font typeface="Lato" panose="020F0502020204030203" pitchFamily="34" charset="0"/>
      <p:regular r:id="rId6"/>
      <p:bold r:id="rId7"/>
      <p:italic r:id="rId8"/>
      <p:boldItalic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4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7" r:id="rId3"/>
    <p:sldLayoutId id="2147483659" r:id="rId4"/>
    <p:sldLayoutId id="2147483660" r:id="rId5"/>
    <p:sldLayoutId id="214748366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5C3AED-3A77-2669-4351-71B37C31B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63" y="200722"/>
            <a:ext cx="8229600" cy="463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0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63A5A2-AB7A-4319-1709-AFC74B4FF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92" y="341506"/>
            <a:ext cx="7715250" cy="44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76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254479-8FC1-5E55-99F3-8A1B259E2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6" y="111512"/>
            <a:ext cx="7999141" cy="503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02904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Montserrat</vt:lpstr>
      <vt:lpstr>Lato</vt:lpstr>
      <vt:lpstr>Arial</vt:lpstr>
      <vt:lpstr>Focus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Meenatchi P</cp:lastModifiedBy>
  <cp:revision>1</cp:revision>
  <dcterms:modified xsi:type="dcterms:W3CDTF">2025-11-14T08:26:16Z</dcterms:modified>
</cp:coreProperties>
</file>